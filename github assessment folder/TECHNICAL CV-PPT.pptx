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6858000" cx="12192000"/>
  <p:notesSz cx="13716000" cy="2438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616">
          <p15:clr>
            <a:srgbClr val="A4A3A4"/>
          </p15:clr>
        </p15:guide>
        <p15:guide id="2" orient="horz" pos="3264">
          <p15:clr>
            <a:srgbClr val="A4A3A4"/>
          </p15:clr>
        </p15:guide>
        <p15:guide id="3" pos="6912">
          <p15:clr>
            <a:srgbClr val="A4A3A4"/>
          </p15:clr>
        </p15:guide>
        <p15:guide id="4" orient="horz">
          <p15:clr>
            <a:srgbClr val="A4A3A4"/>
          </p15:clr>
        </p15:guide>
        <p15:guide id="5" orient="horz" pos="4008">
          <p15:clr>
            <a:srgbClr val="A4A3A4"/>
          </p15:clr>
        </p15:guide>
        <p15:guide id="6" orient="horz" pos="2352">
          <p15:clr>
            <a:srgbClr val="A4A3A4"/>
          </p15:clr>
        </p15:guide>
        <p15:guide id="7" pos="6696">
          <p15:clr>
            <a:srgbClr val="A4A3A4"/>
          </p15:clr>
        </p15:guide>
        <p15:guide id="8" pos="2136">
          <p15:clr>
            <a:srgbClr val="A4A3A4"/>
          </p15:clr>
        </p15:guide>
        <p15:guide id="9" pos="2760">
          <p15:clr>
            <a:srgbClr val="A4A3A4"/>
          </p15:clr>
        </p15:guide>
        <p15:guide id="10" pos="3288">
          <p15:clr>
            <a:srgbClr val="A4A3A4"/>
          </p15:clr>
        </p15:guide>
        <p15:guide id="11" pos="4032">
          <p15:clr>
            <a:srgbClr val="A4A3A4"/>
          </p15:clr>
        </p15:guide>
        <p15:guide id="12" pos="4392">
          <p15:clr>
            <a:srgbClr val="A4A3A4"/>
          </p15:clr>
        </p15:guide>
        <p15:guide id="13" pos="4944">
          <p15:clr>
            <a:srgbClr val="A4A3A4"/>
          </p15:clr>
        </p15:guide>
        <p15:guide id="14" pos="5544">
          <p15:clr>
            <a:srgbClr val="A4A3A4"/>
          </p15:clr>
        </p15:guide>
        <p15:guide id="15" pos="6072">
          <p15:clr>
            <a:srgbClr val="A4A3A4"/>
          </p15:clr>
        </p15:guide>
        <p15:guide id="16" orient="horz" pos="2448">
          <p15:clr>
            <a:srgbClr val="A4A3A4"/>
          </p15:clr>
        </p15:guide>
        <p15:guide id="17" pos="5256">
          <p15:clr>
            <a:srgbClr val="A4A3A4"/>
          </p15:clr>
        </p15:guide>
        <p15:guide id="18" pos="726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616" orient="horz"/>
        <p:guide pos="3264" orient="horz"/>
        <p:guide pos="6912"/>
        <p:guide orient="horz"/>
        <p:guide pos="4008" orient="horz"/>
        <p:guide pos="2352" orient="horz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pos="2448" orient="horz"/>
        <p:guide pos="5256"/>
        <p:guide pos="726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n"/>
          <p:cNvSpPr/>
          <p:nvPr>
            <p:ph idx="2" type="sldImg"/>
          </p:nvPr>
        </p:nvSpPr>
        <p:spPr>
          <a:xfrm>
            <a:off x="2286450" y="1828800"/>
            <a:ext cx="9144600" cy="9144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n"/>
          <p:cNvSpPr txBox="1"/>
          <p:nvPr>
            <p:ph idx="1" type="body"/>
          </p:nvPr>
        </p:nvSpPr>
        <p:spPr>
          <a:xfrm>
            <a:off x="1371600" y="11582400"/>
            <a:ext cx="10972800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:notes"/>
          <p:cNvSpPr/>
          <p:nvPr>
            <p:ph idx="2" type="sldImg"/>
          </p:nvPr>
        </p:nvSpPr>
        <p:spPr>
          <a:xfrm>
            <a:off x="-457200" y="3048000"/>
            <a:ext cx="14630400" cy="82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9" name="Google Shape;199;p1:notes"/>
          <p:cNvSpPr txBox="1"/>
          <p:nvPr>
            <p:ph idx="1" type="body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:notes"/>
          <p:cNvSpPr/>
          <p:nvPr>
            <p:ph idx="2" type="sldImg"/>
          </p:nvPr>
        </p:nvSpPr>
        <p:spPr>
          <a:xfrm>
            <a:off x="-457200" y="3048000"/>
            <a:ext cx="14630400" cy="82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2:notes"/>
          <p:cNvSpPr txBox="1"/>
          <p:nvPr>
            <p:ph idx="1" type="body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:notes"/>
          <p:cNvSpPr/>
          <p:nvPr>
            <p:ph idx="2" type="sldImg"/>
          </p:nvPr>
        </p:nvSpPr>
        <p:spPr>
          <a:xfrm>
            <a:off x="-457200" y="3048000"/>
            <a:ext cx="14630400" cy="82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3:notes"/>
          <p:cNvSpPr txBox="1"/>
          <p:nvPr>
            <p:ph idx="1" type="body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4:notes"/>
          <p:cNvSpPr/>
          <p:nvPr>
            <p:ph idx="2" type="sldImg"/>
          </p:nvPr>
        </p:nvSpPr>
        <p:spPr>
          <a:xfrm>
            <a:off x="-457200" y="3048000"/>
            <a:ext cx="14630400" cy="82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4:notes"/>
          <p:cNvSpPr txBox="1"/>
          <p:nvPr>
            <p:ph idx="1" type="body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:notes"/>
          <p:cNvSpPr/>
          <p:nvPr>
            <p:ph idx="2" type="sldImg"/>
          </p:nvPr>
        </p:nvSpPr>
        <p:spPr>
          <a:xfrm>
            <a:off x="-457200" y="3048000"/>
            <a:ext cx="14630400" cy="82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5:notes"/>
          <p:cNvSpPr txBox="1"/>
          <p:nvPr>
            <p:ph idx="1" type="body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6:notes"/>
          <p:cNvSpPr/>
          <p:nvPr>
            <p:ph idx="2" type="sldImg"/>
          </p:nvPr>
        </p:nvSpPr>
        <p:spPr>
          <a:xfrm>
            <a:off x="-457200" y="3048000"/>
            <a:ext cx="14630400" cy="8229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" name="Google Shape;229;p6:notes"/>
          <p:cNvSpPr txBox="1"/>
          <p:nvPr>
            <p:ph idx="1" type="body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bg>
      <p:bgPr>
        <a:solidFill>
          <a:schemeClr val="accent1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"/>
          <p:cNvSpPr/>
          <p:nvPr/>
        </p:nvSpPr>
        <p:spPr>
          <a:xfrm>
            <a:off x="0" y="0"/>
            <a:ext cx="5295900" cy="6877050"/>
          </a:xfrm>
          <a:custGeom>
            <a:rect b="b" l="l" r="r" t="t"/>
            <a:pathLst>
              <a:path extrusionOk="0" h="6877050" w="529590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1500188" y="1173106"/>
            <a:ext cx="9191625" cy="5704772"/>
          </a:xfrm>
          <a:custGeom>
            <a:rect b="b" l="l" r="r" t="t"/>
            <a:pathLst>
              <a:path extrusionOk="0" h="5704772" w="9191625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6" name="Google Shape;66;p2"/>
          <p:cNvSpPr/>
          <p:nvPr/>
        </p:nvSpPr>
        <p:spPr>
          <a:xfrm>
            <a:off x="2694429" y="0"/>
            <a:ext cx="6803142" cy="5396474"/>
          </a:xfrm>
          <a:custGeom>
            <a:rect b="b" l="l" r="r" t="t"/>
            <a:pathLst>
              <a:path extrusionOk="0" h="5396474" w="6803142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lt1">
              <a:alpha val="9882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67" name="Google Shape;67;p2"/>
          <p:cNvSpPr txBox="1"/>
          <p:nvPr>
            <p:ph type="ctrTitle"/>
          </p:nvPr>
        </p:nvSpPr>
        <p:spPr>
          <a:xfrm>
            <a:off x="2899790" y="810227"/>
            <a:ext cx="6392400" cy="3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roduction 2">
  <p:cSld name="Introduction 2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/>
          <p:nvPr/>
        </p:nvSpPr>
        <p:spPr>
          <a:xfrm>
            <a:off x="-24064" y="3390900"/>
            <a:ext cx="12216000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43346" y="332509"/>
            <a:ext cx="11305200" cy="602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grpSp>
        <p:nvGrpSpPr>
          <p:cNvPr id="71" name="Google Shape;71;p3"/>
          <p:cNvGrpSpPr/>
          <p:nvPr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72" name="Google Shape;72;p3"/>
            <p:cNvSpPr/>
            <p:nvPr/>
          </p:nvSpPr>
          <p:spPr>
            <a:xfrm>
              <a:off x="0" y="0"/>
              <a:ext cx="2838450" cy="2857958"/>
            </a:xfrm>
            <a:custGeom>
              <a:rect b="b" l="l" r="r" t="t"/>
              <a:pathLst>
                <a:path extrusionOk="0" h="2857958" w="2838450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73" name="Google Shape;73;p3"/>
            <p:cNvSpPr/>
            <p:nvPr/>
          </p:nvSpPr>
          <p:spPr>
            <a:xfrm>
              <a:off x="1" y="1"/>
              <a:ext cx="1003449" cy="1013015"/>
            </a:xfrm>
            <a:custGeom>
              <a:rect b="b" l="l" r="r" t="t"/>
              <a:pathLst>
                <a:path extrusionOk="0" h="1013015" w="1003449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74" name="Google Shape;74;p3"/>
            <p:cNvSpPr/>
            <p:nvPr/>
          </p:nvSpPr>
          <p:spPr>
            <a:xfrm>
              <a:off x="1458332" y="590133"/>
              <a:ext cx="775021" cy="775021"/>
            </a:xfrm>
            <a:custGeom>
              <a:rect b="b" l="l" r="r" t="t"/>
              <a:pathLst>
                <a:path extrusionOk="0" h="775021" w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75" name="Google Shape;75;p3"/>
          <p:cNvSpPr txBox="1"/>
          <p:nvPr>
            <p:ph type="title"/>
          </p:nvPr>
        </p:nvSpPr>
        <p:spPr>
          <a:xfrm>
            <a:off x="5702441" y="1061623"/>
            <a:ext cx="5723700" cy="473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"/>
          <p:cNvSpPr/>
          <p:nvPr>
            <p:ph idx="2" type="pic"/>
          </p:nvPr>
        </p:nvSpPr>
        <p:spPr>
          <a:xfrm>
            <a:off x="443345" y="0"/>
            <a:ext cx="4344600" cy="6359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"/>
          <p:cNvSpPr/>
          <p:nvPr/>
        </p:nvSpPr>
        <p:spPr>
          <a:xfrm>
            <a:off x="-24064" y="-400"/>
            <a:ext cx="12216000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443346" y="420493"/>
            <a:ext cx="11305200" cy="602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0" name="Google Shape;80;p4"/>
          <p:cNvSpPr/>
          <p:nvPr/>
        </p:nvSpPr>
        <p:spPr>
          <a:xfrm rot="-5400000">
            <a:off x="5760023" y="3764463"/>
            <a:ext cx="2812357" cy="3394143"/>
          </a:xfrm>
          <a:custGeom>
            <a:rect b="b" l="l" r="r" t="t"/>
            <a:pathLst>
              <a:path extrusionOk="0" h="3394143" w="2812357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rgbClr val="ECEDD2">
              <a:alpha val="498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1" name="Google Shape;81;p4"/>
          <p:cNvSpPr/>
          <p:nvPr/>
        </p:nvSpPr>
        <p:spPr>
          <a:xfrm>
            <a:off x="0" y="3463854"/>
            <a:ext cx="435241" cy="3394146"/>
          </a:xfrm>
          <a:custGeom>
            <a:rect b="b" l="l" r="r" t="t"/>
            <a:pathLst>
              <a:path extrusionOk="0" h="3394146" w="435241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2" name="Google Shape;82;p4"/>
          <p:cNvSpPr txBox="1"/>
          <p:nvPr>
            <p:ph type="title"/>
          </p:nvPr>
        </p:nvSpPr>
        <p:spPr>
          <a:xfrm>
            <a:off x="914400" y="1057275"/>
            <a:ext cx="5259600" cy="2495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4"/>
          <p:cNvSpPr txBox="1"/>
          <p:nvPr>
            <p:ph idx="1" type="body"/>
          </p:nvPr>
        </p:nvSpPr>
        <p:spPr>
          <a:xfrm>
            <a:off x="914400" y="3808750"/>
            <a:ext cx="5259600" cy="22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  <a:defRPr sz="2400"/>
            </a:lvl2pPr>
            <a:lvl3pPr indent="-3810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  <a:defRPr sz="2400"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4"/>
          <p:cNvSpPr/>
          <p:nvPr>
            <p:ph idx="2" type="pic"/>
          </p:nvPr>
        </p:nvSpPr>
        <p:spPr>
          <a:xfrm>
            <a:off x="7414194" y="410780"/>
            <a:ext cx="4344600" cy="6447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"/>
          <p:cNvSpPr/>
          <p:nvPr/>
        </p:nvSpPr>
        <p:spPr>
          <a:xfrm>
            <a:off x="-7117" y="0"/>
            <a:ext cx="2550985" cy="6858000"/>
          </a:xfrm>
          <a:custGeom>
            <a:rect b="b" l="l" r="r" t="t"/>
            <a:pathLst>
              <a:path extrusionOk="0" h="6858000" w="2550985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7" name="Google Shape;87;p5"/>
          <p:cNvSpPr/>
          <p:nvPr/>
        </p:nvSpPr>
        <p:spPr>
          <a:xfrm>
            <a:off x="-9415" y="0"/>
            <a:ext cx="2548591" cy="2555628"/>
          </a:xfrm>
          <a:custGeom>
            <a:rect b="b" l="l" r="r" t="t"/>
            <a:pathLst>
              <a:path extrusionOk="0" h="2555628" w="2548591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8" name="Google Shape;88;p5"/>
          <p:cNvSpPr/>
          <p:nvPr/>
        </p:nvSpPr>
        <p:spPr>
          <a:xfrm flipH="1" rot="-5400000">
            <a:off x="-9389" y="4308466"/>
            <a:ext cx="2550985" cy="2560442"/>
          </a:xfrm>
          <a:custGeom>
            <a:rect b="b" l="l" r="r" t="t"/>
            <a:pathLst>
              <a:path extrusionOk="0" h="1083" w="1079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49800"/>
            </a:scheme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89" name="Google Shape;89;p5"/>
          <p:cNvSpPr/>
          <p:nvPr/>
        </p:nvSpPr>
        <p:spPr>
          <a:xfrm flipH="1">
            <a:off x="-10618" y="4308466"/>
            <a:ext cx="2550985" cy="2560442"/>
          </a:xfrm>
          <a:custGeom>
            <a:rect b="b" l="l" r="r" t="t"/>
            <a:pathLst>
              <a:path extrusionOk="0" h="1083" w="1079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0" name="Google Shape;90;p5"/>
          <p:cNvSpPr/>
          <p:nvPr/>
        </p:nvSpPr>
        <p:spPr>
          <a:xfrm>
            <a:off x="2543868" y="0"/>
            <a:ext cx="2560340" cy="2560340"/>
          </a:xfrm>
          <a:custGeom>
            <a:rect b="b" l="l" r="r" t="t"/>
            <a:pathLst>
              <a:path extrusionOk="0" h="2560340" w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rgbClr val="DCE6F5">
              <a:alpha val="498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1" name="Google Shape;91;p5"/>
          <p:cNvSpPr txBox="1"/>
          <p:nvPr>
            <p:ph type="title"/>
          </p:nvPr>
        </p:nvSpPr>
        <p:spPr>
          <a:xfrm>
            <a:off x="3460565" y="1057274"/>
            <a:ext cx="7965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b="1" sz="3600"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"/>
          <p:cNvSpPr txBox="1"/>
          <p:nvPr>
            <p:ph idx="1" type="body"/>
          </p:nvPr>
        </p:nvSpPr>
        <p:spPr>
          <a:xfrm>
            <a:off x="3460565" y="2303029"/>
            <a:ext cx="79656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1pPr>
            <a:lvl2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2pPr>
            <a:lvl3pPr indent="-3429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indent="-342900" lvl="3" marL="1828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4pPr>
            <a:lvl5pPr indent="-342900" lvl="4" marL="2286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5"/>
          <p:cNvSpPr txBox="1"/>
          <p:nvPr>
            <p:ph idx="12" type="sldNum"/>
          </p:nvPr>
        </p:nvSpPr>
        <p:spPr>
          <a:xfrm>
            <a:off x="10358437" y="457199"/>
            <a:ext cx="10677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Comparison 1">
  <p:cSld name="1_Comparison 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6"/>
          <p:cNvSpPr txBox="1"/>
          <p:nvPr>
            <p:ph type="title"/>
          </p:nvPr>
        </p:nvSpPr>
        <p:spPr>
          <a:xfrm>
            <a:off x="4364809" y="1057274"/>
            <a:ext cx="7043700" cy="2520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6"/>
          <p:cNvSpPr/>
          <p:nvPr/>
        </p:nvSpPr>
        <p:spPr>
          <a:xfrm>
            <a:off x="-5568" y="-2784"/>
            <a:ext cx="3443288" cy="6891337"/>
          </a:xfrm>
          <a:custGeom>
            <a:rect b="b" l="l" r="r" t="t"/>
            <a:pathLst>
              <a:path extrusionOk="0" h="6891337" w="3443288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1703311" y="-2784"/>
            <a:ext cx="1734300" cy="5167200"/>
          </a:xfrm>
          <a:prstGeom prst="rect">
            <a:avLst/>
          </a:prstGeom>
          <a:noFill/>
          <a:ln>
            <a:noFill/>
          </a:ln>
        </p:spPr>
      </p:sp>
      <p:sp>
        <p:nvSpPr>
          <p:cNvPr id="98" name="Google Shape;98;p6"/>
          <p:cNvSpPr/>
          <p:nvPr/>
        </p:nvSpPr>
        <p:spPr>
          <a:xfrm>
            <a:off x="1721621" y="-2784"/>
            <a:ext cx="1716115" cy="1720853"/>
          </a:xfrm>
          <a:custGeom>
            <a:rect b="b" l="l" r="r" t="t"/>
            <a:pathLst>
              <a:path extrusionOk="0" h="1720853" w="1716115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lt1">
              <a:alpha val="9882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-5568" y="3440504"/>
            <a:ext cx="3443288" cy="3448050"/>
          </a:xfrm>
          <a:custGeom>
            <a:rect b="b" l="l" r="r" t="t"/>
            <a:pathLst>
              <a:path extrusionOk="0" h="3448050" w="3443288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1718457" y="3440504"/>
            <a:ext cx="1719300" cy="1724100"/>
          </a:xfrm>
          <a:prstGeom prst="rect">
            <a:avLst/>
          </a:prstGeom>
          <a:noFill/>
          <a:ln>
            <a:noFill/>
          </a:ln>
        </p:spPr>
      </p:sp>
      <p:sp>
        <p:nvSpPr>
          <p:cNvPr id="101" name="Google Shape;101;p6"/>
          <p:cNvSpPr txBox="1"/>
          <p:nvPr>
            <p:ph idx="12" type="sldNum"/>
          </p:nvPr>
        </p:nvSpPr>
        <p:spPr>
          <a:xfrm>
            <a:off x="10438475" y="457199"/>
            <a:ext cx="9876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" name="Google Shape;102;p6"/>
          <p:cNvSpPr txBox="1"/>
          <p:nvPr>
            <p:ph idx="1" type="body"/>
          </p:nvPr>
        </p:nvSpPr>
        <p:spPr>
          <a:xfrm>
            <a:off x="4364808" y="3808750"/>
            <a:ext cx="7043700" cy="22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  <a:defRPr sz="2400"/>
            </a:lvl2pPr>
            <a:lvl3pPr indent="-3810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  <a:defRPr sz="2400"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 4">
  <p:cSld name="Comparison 4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7"/>
          <p:cNvSpPr/>
          <p:nvPr/>
        </p:nvSpPr>
        <p:spPr>
          <a:xfrm>
            <a:off x="8989454" y="3427336"/>
            <a:ext cx="3202546" cy="3430665"/>
          </a:xfrm>
          <a:custGeom>
            <a:rect b="b" l="l" r="r" t="t"/>
            <a:pathLst>
              <a:path extrusionOk="0" h="3430665" w="3202546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5" name="Google Shape;105;p7"/>
          <p:cNvSpPr/>
          <p:nvPr/>
        </p:nvSpPr>
        <p:spPr>
          <a:xfrm>
            <a:off x="8989454" y="3654149"/>
            <a:ext cx="3202546" cy="3203852"/>
          </a:xfrm>
          <a:custGeom>
            <a:rect b="b" l="l" r="r" t="t"/>
            <a:pathLst>
              <a:path extrusionOk="0" h="3203852" w="3202546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8989455" y="1"/>
            <a:ext cx="3202545" cy="3437345"/>
          </a:xfrm>
          <a:custGeom>
            <a:rect b="b" l="l" r="r" t="t"/>
            <a:pathLst>
              <a:path extrusionOk="0" h="3437345" w="32025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8989454" y="6681"/>
            <a:ext cx="3202546" cy="3436477"/>
          </a:xfrm>
          <a:custGeom>
            <a:rect b="b" l="l" r="r" t="t"/>
            <a:pathLst>
              <a:path extrusionOk="0" h="3436477" w="3202546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08" name="Google Shape;108;p7"/>
          <p:cNvSpPr txBox="1"/>
          <p:nvPr>
            <p:ph type="title"/>
          </p:nvPr>
        </p:nvSpPr>
        <p:spPr>
          <a:xfrm>
            <a:off x="914399" y="834635"/>
            <a:ext cx="7796400" cy="1222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7"/>
          <p:cNvSpPr txBox="1"/>
          <p:nvPr>
            <p:ph idx="12" type="sldNum"/>
          </p:nvPr>
        </p:nvSpPr>
        <p:spPr>
          <a:xfrm>
            <a:off x="10438475" y="457199"/>
            <a:ext cx="9876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914400" y="2303028"/>
            <a:ext cx="3283200" cy="3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/>
            </a:lvl1pPr>
            <a:lvl2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2pPr>
            <a:lvl3pPr indent="-3429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indent="-342900" lvl="3" marL="1828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4pPr>
            <a:lvl5pPr indent="-342900" lvl="4" marL="2286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2" type="body"/>
          </p:nvPr>
        </p:nvSpPr>
        <p:spPr>
          <a:xfrm>
            <a:off x="4782159" y="2303028"/>
            <a:ext cx="3285000" cy="3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/>
            </a:lvl1pPr>
            <a:lvl2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2pPr>
            <a:lvl3pPr indent="-3429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indent="-342900" lvl="3" marL="1828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4pPr>
            <a:lvl5pPr indent="-342900" lvl="4" marL="2286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452333" y="3405034"/>
            <a:ext cx="5739740" cy="3467996"/>
            <a:chOff x="5009037" y="2525712"/>
            <a:chExt cx="7170194" cy="4332288"/>
          </a:xfrm>
        </p:grpSpPr>
        <p:sp>
          <p:nvSpPr>
            <p:cNvPr id="114" name="Google Shape;114;p8"/>
            <p:cNvSpPr/>
            <p:nvPr/>
          </p:nvSpPr>
          <p:spPr>
            <a:xfrm>
              <a:off x="5009037" y="2525712"/>
              <a:ext cx="3601721" cy="4332287"/>
            </a:xfrm>
            <a:custGeom>
              <a:rect b="b" l="l" r="r" t="t"/>
              <a:pathLst>
                <a:path extrusionOk="0" h="1441" w="1198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5" name="Google Shape;115;p8"/>
            <p:cNvSpPr/>
            <p:nvPr/>
          </p:nvSpPr>
          <p:spPr>
            <a:xfrm>
              <a:off x="8589536" y="2525712"/>
              <a:ext cx="3589695" cy="4332287"/>
            </a:xfrm>
            <a:custGeom>
              <a:rect b="b" l="l" r="r" t="t"/>
              <a:pathLst>
                <a:path extrusionOk="0" h="1441" w="1194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grpSp>
        <p:nvGrpSpPr>
          <p:cNvPr id="116" name="Google Shape;116;p8"/>
          <p:cNvGrpSpPr/>
          <p:nvPr/>
        </p:nvGrpSpPr>
        <p:grpSpPr>
          <a:xfrm rot="10800000">
            <a:off x="6465536" y="-41"/>
            <a:ext cx="5739740" cy="3467996"/>
            <a:chOff x="5183405" y="2678112"/>
            <a:chExt cx="7170194" cy="4332288"/>
          </a:xfrm>
        </p:grpSpPr>
        <p:sp>
          <p:nvSpPr>
            <p:cNvPr id="117" name="Google Shape;117;p8"/>
            <p:cNvSpPr/>
            <p:nvPr/>
          </p:nvSpPr>
          <p:spPr>
            <a:xfrm>
              <a:off x="5183405" y="2678112"/>
              <a:ext cx="3601721" cy="4332287"/>
            </a:xfrm>
            <a:custGeom>
              <a:rect b="b" l="l" r="r" t="t"/>
              <a:pathLst>
                <a:path extrusionOk="0" h="1441" w="1198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8" name="Google Shape;118;p8"/>
            <p:cNvSpPr/>
            <p:nvPr/>
          </p:nvSpPr>
          <p:spPr>
            <a:xfrm>
              <a:off x="8763903" y="2678112"/>
              <a:ext cx="3589695" cy="4332287"/>
            </a:xfrm>
            <a:custGeom>
              <a:rect b="b" l="l" r="r" t="t"/>
              <a:pathLst>
                <a:path extrusionOk="0" h="1441" w="1194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119" name="Google Shape;119;p8"/>
          <p:cNvSpPr/>
          <p:nvPr/>
        </p:nvSpPr>
        <p:spPr>
          <a:xfrm>
            <a:off x="7642518" y="4577658"/>
            <a:ext cx="775021" cy="775021"/>
          </a:xfrm>
          <a:custGeom>
            <a:rect b="b" l="l" r="r" t="t"/>
            <a:pathLst>
              <a:path extrusionOk="0" h="775021" w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0" name="Google Shape;120;p8"/>
          <p:cNvSpPr txBox="1"/>
          <p:nvPr>
            <p:ph type="title"/>
          </p:nvPr>
        </p:nvSpPr>
        <p:spPr>
          <a:xfrm>
            <a:off x="914400" y="1057274"/>
            <a:ext cx="6583800" cy="1531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8"/>
          <p:cNvSpPr txBox="1"/>
          <p:nvPr>
            <p:ph idx="1" type="body"/>
          </p:nvPr>
        </p:nvSpPr>
        <p:spPr>
          <a:xfrm>
            <a:off x="914400" y="2834640"/>
            <a:ext cx="6583800" cy="32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indent="-3556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•"/>
              <a:defRPr sz="2000"/>
            </a:lvl2pPr>
            <a:lvl3pPr indent="-342900" lvl="2" marL="13716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8"/>
          <p:cNvSpPr txBox="1"/>
          <p:nvPr>
            <p:ph idx="12" type="sldNum"/>
          </p:nvPr>
        </p:nvSpPr>
        <p:spPr>
          <a:xfrm>
            <a:off x="10358437" y="457199"/>
            <a:ext cx="10677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1">
  <p:cSld name="Timeline 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/>
          <p:nvPr/>
        </p:nvSpPr>
        <p:spPr>
          <a:xfrm>
            <a:off x="-24064" y="-400"/>
            <a:ext cx="12216000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443346" y="420493"/>
            <a:ext cx="11305200" cy="602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6" name="Google Shape;126;p9"/>
          <p:cNvSpPr txBox="1"/>
          <p:nvPr>
            <p:ph type="title"/>
          </p:nvPr>
        </p:nvSpPr>
        <p:spPr>
          <a:xfrm>
            <a:off x="914400" y="965393"/>
            <a:ext cx="7631700" cy="109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9"/>
          <p:cNvSpPr txBox="1"/>
          <p:nvPr>
            <p:ph idx="1" type="body"/>
          </p:nvPr>
        </p:nvSpPr>
        <p:spPr>
          <a:xfrm>
            <a:off x="914400" y="2303028"/>
            <a:ext cx="3283200" cy="41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 Black"/>
              <a:buAutoNum type="arabicPeriod"/>
              <a:defRPr sz="1800"/>
            </a:lvl1pPr>
            <a:lvl2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 Black"/>
              <a:buAutoNum type="alphaLcPeriod"/>
              <a:defRPr sz="1800"/>
            </a:lvl2pPr>
            <a:lvl3pPr indent="-3429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 Black"/>
              <a:buAutoNum type="arabicParenR"/>
              <a:defRPr sz="1800"/>
            </a:lvl3pPr>
            <a:lvl4pPr indent="-342900" lvl="3" marL="1828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 Black"/>
              <a:buAutoNum type="alphaLcParenR"/>
              <a:defRPr sz="1800"/>
            </a:lvl4pPr>
            <a:lvl5pPr indent="-342900" lvl="4" marL="2286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9"/>
          <p:cNvSpPr txBox="1"/>
          <p:nvPr>
            <p:ph idx="2" type="body"/>
          </p:nvPr>
        </p:nvSpPr>
        <p:spPr>
          <a:xfrm>
            <a:off x="4782159" y="2303028"/>
            <a:ext cx="3764100" cy="41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/>
            </a:lvl1pPr>
            <a:lvl2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2pPr>
            <a:lvl3pPr indent="-3429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indent="-342900" lvl="3" marL="1828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4pPr>
            <a:lvl5pPr indent="-342900" lvl="4" marL="2286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9"/>
          <p:cNvSpPr/>
          <p:nvPr>
            <p:ph idx="3" type="pic"/>
          </p:nvPr>
        </p:nvSpPr>
        <p:spPr>
          <a:xfrm>
            <a:off x="8989454" y="965393"/>
            <a:ext cx="3202500" cy="5892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</p:sp>
      <p:grpSp>
        <p:nvGrpSpPr>
          <p:cNvPr id="130" name="Google Shape;130;p9"/>
          <p:cNvGrpSpPr/>
          <p:nvPr/>
        </p:nvGrpSpPr>
        <p:grpSpPr>
          <a:xfrm>
            <a:off x="9353550" y="4000041"/>
            <a:ext cx="2838449" cy="2857959"/>
            <a:chOff x="12797096" y="4000041"/>
            <a:chExt cx="2838449" cy="2857959"/>
          </a:xfrm>
        </p:grpSpPr>
        <p:sp>
          <p:nvSpPr>
            <p:cNvPr id="131" name="Google Shape;131;p9"/>
            <p:cNvSpPr/>
            <p:nvPr/>
          </p:nvSpPr>
          <p:spPr>
            <a:xfrm rot="10800000">
              <a:off x="12797096" y="4000041"/>
              <a:ext cx="2838450" cy="2857958"/>
            </a:xfrm>
            <a:custGeom>
              <a:rect b="b" l="l" r="r" t="t"/>
              <a:pathLst>
                <a:path extrusionOk="0" h="2857958" w="2838450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32" name="Google Shape;132;p9"/>
            <p:cNvSpPr/>
            <p:nvPr/>
          </p:nvSpPr>
          <p:spPr>
            <a:xfrm rot="10800000">
              <a:off x="13664918" y="4867733"/>
              <a:ext cx="1970627" cy="1990267"/>
            </a:xfrm>
            <a:custGeom>
              <a:rect b="b" l="l" r="r" t="t"/>
              <a:pathLst>
                <a:path extrusionOk="0" h="1990267" w="197062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33" name="Google Shape;133;p9"/>
            <p:cNvSpPr/>
            <p:nvPr/>
          </p:nvSpPr>
          <p:spPr>
            <a:xfrm rot="10800000">
              <a:off x="14632096" y="5844983"/>
              <a:ext cx="1003449" cy="1013015"/>
            </a:xfrm>
            <a:custGeom>
              <a:rect b="b" l="l" r="r" t="t"/>
              <a:pathLst>
                <a:path extrusionOk="0" h="1013015" w="1003449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34" name="Google Shape;134;p9"/>
            <p:cNvSpPr/>
            <p:nvPr/>
          </p:nvSpPr>
          <p:spPr>
            <a:xfrm rot="10800000">
              <a:off x="13402193" y="5492845"/>
              <a:ext cx="775021" cy="775021"/>
            </a:xfrm>
            <a:custGeom>
              <a:rect b="b" l="l" r="r" t="t"/>
              <a:pathLst>
                <a:path extrusionOk="0" h="775021" w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135" name="Google Shape;135;p9"/>
          <p:cNvSpPr txBox="1"/>
          <p:nvPr>
            <p:ph idx="12" type="sldNum"/>
          </p:nvPr>
        </p:nvSpPr>
        <p:spPr>
          <a:xfrm>
            <a:off x="10358437" y="457199"/>
            <a:ext cx="10677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2">
  <p:cSld name="Summary 2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0"/>
          <p:cNvSpPr/>
          <p:nvPr/>
        </p:nvSpPr>
        <p:spPr>
          <a:xfrm>
            <a:off x="8989454" y="-2546"/>
            <a:ext cx="3202546" cy="3441072"/>
          </a:xfrm>
          <a:custGeom>
            <a:rect b="b" l="l" r="r" t="t"/>
            <a:pathLst>
              <a:path extrusionOk="0" h="3441072" w="3202546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8" name="Google Shape;138;p10"/>
          <p:cNvSpPr/>
          <p:nvPr/>
        </p:nvSpPr>
        <p:spPr>
          <a:xfrm flipH="1" rot="10800000">
            <a:off x="9991725" y="1247775"/>
            <a:ext cx="2200275" cy="2181225"/>
          </a:xfrm>
          <a:custGeom>
            <a:rect b="b" l="l" r="r" t="t"/>
            <a:pathLst>
              <a:path extrusionOk="0" h="2181225" w="220027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39" name="Google Shape;139;p10"/>
          <p:cNvSpPr/>
          <p:nvPr/>
        </p:nvSpPr>
        <p:spPr>
          <a:xfrm flipH="1" rot="10800000">
            <a:off x="-20086" y="5331514"/>
            <a:ext cx="2148416" cy="1526486"/>
          </a:xfrm>
          <a:custGeom>
            <a:rect b="b" l="l" r="r" t="t"/>
            <a:pathLst>
              <a:path extrusionOk="0" h="1526486" w="214841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4980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0" name="Google Shape;140;p10"/>
          <p:cNvSpPr/>
          <p:nvPr/>
        </p:nvSpPr>
        <p:spPr>
          <a:xfrm rot="5400000">
            <a:off x="9991800" y="1247775"/>
            <a:ext cx="2200200" cy="22002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10"/>
          <p:cNvSpPr/>
          <p:nvPr/>
        </p:nvSpPr>
        <p:spPr>
          <a:xfrm>
            <a:off x="1540428" y="6470488"/>
            <a:ext cx="775021" cy="387513"/>
          </a:xfrm>
          <a:custGeom>
            <a:rect b="b" l="l" r="r" t="t"/>
            <a:pathLst>
              <a:path extrusionOk="0" h="387513" w="775021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2" name="Google Shape;142;p10"/>
          <p:cNvSpPr txBox="1"/>
          <p:nvPr>
            <p:ph type="title"/>
          </p:nvPr>
        </p:nvSpPr>
        <p:spPr>
          <a:xfrm>
            <a:off x="914400" y="1057274"/>
            <a:ext cx="78438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0"/>
          <p:cNvSpPr txBox="1"/>
          <p:nvPr>
            <p:ph idx="1" type="body"/>
          </p:nvPr>
        </p:nvSpPr>
        <p:spPr>
          <a:xfrm>
            <a:off x="914400" y="2331791"/>
            <a:ext cx="6903000" cy="37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indent="-3810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  <a:defRPr sz="2400"/>
            </a:lvl2pPr>
            <a:lvl3pPr indent="-381000" lvl="2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  <a:defRPr sz="2400"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4" name="Google Shape;144;p10"/>
          <p:cNvSpPr/>
          <p:nvPr>
            <p:ph idx="2" type="pic"/>
          </p:nvPr>
        </p:nvSpPr>
        <p:spPr>
          <a:xfrm>
            <a:off x="8989454" y="3405189"/>
            <a:ext cx="3202500" cy="3452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5" name="Google Shape;145;p10"/>
          <p:cNvSpPr txBox="1"/>
          <p:nvPr>
            <p:ph idx="12" type="sldNum"/>
          </p:nvPr>
        </p:nvSpPr>
        <p:spPr>
          <a:xfrm>
            <a:off x="10438475" y="457199"/>
            <a:ext cx="9876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3">
  <p:cSld name="Timeline 3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"/>
          <p:cNvSpPr/>
          <p:nvPr/>
        </p:nvSpPr>
        <p:spPr>
          <a:xfrm>
            <a:off x="1" y="0"/>
            <a:ext cx="1550562" cy="2545382"/>
          </a:xfrm>
          <a:custGeom>
            <a:rect b="b" l="l" r="r" t="t"/>
            <a:pathLst>
              <a:path extrusionOk="0" h="2545382" w="155056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8" name="Google Shape;148;p11"/>
          <p:cNvSpPr/>
          <p:nvPr/>
        </p:nvSpPr>
        <p:spPr>
          <a:xfrm>
            <a:off x="1" y="-1"/>
            <a:ext cx="682740" cy="1500050"/>
          </a:xfrm>
          <a:custGeom>
            <a:rect b="b" l="l" r="r" t="t"/>
            <a:pathLst>
              <a:path extrusionOk="0" h="1500050" w="68274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49" name="Google Shape;149;p11"/>
          <p:cNvSpPr/>
          <p:nvPr/>
        </p:nvSpPr>
        <p:spPr>
          <a:xfrm>
            <a:off x="170445" y="314191"/>
            <a:ext cx="775021" cy="775021"/>
          </a:xfrm>
          <a:custGeom>
            <a:rect b="b" l="l" r="r" t="t"/>
            <a:pathLst>
              <a:path extrusionOk="0" h="775021" w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0" name="Google Shape;150;p11"/>
          <p:cNvSpPr txBox="1"/>
          <p:nvPr>
            <p:ph type="title"/>
          </p:nvPr>
        </p:nvSpPr>
        <p:spPr>
          <a:xfrm>
            <a:off x="1550563" y="1089213"/>
            <a:ext cx="9879300" cy="980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1"/>
          <p:cNvSpPr txBox="1"/>
          <p:nvPr>
            <p:ph idx="1" type="body"/>
          </p:nvPr>
        </p:nvSpPr>
        <p:spPr>
          <a:xfrm>
            <a:off x="1550564" y="2331958"/>
            <a:ext cx="2975100" cy="370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None/>
              <a:defRPr sz="1800"/>
            </a:lvl1pPr>
            <a:lvl2pPr indent="-342900" lvl="1" marL="9144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2pPr>
            <a:lvl3pPr indent="-342900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2" name="Google Shape;152;p11"/>
          <p:cNvSpPr txBox="1"/>
          <p:nvPr>
            <p:ph idx="2" type="body"/>
          </p:nvPr>
        </p:nvSpPr>
        <p:spPr>
          <a:xfrm>
            <a:off x="5087154" y="2331791"/>
            <a:ext cx="6345900" cy="37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1pPr>
            <a:lvl2pPr indent="-3429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2pPr>
            <a:lvl3pPr indent="-342900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indent="-3429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4pPr>
            <a:lvl5pPr indent="-3429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3" name="Google Shape;153;p11"/>
          <p:cNvSpPr txBox="1"/>
          <p:nvPr>
            <p:ph idx="12" type="sldNum"/>
          </p:nvPr>
        </p:nvSpPr>
        <p:spPr>
          <a:xfrm>
            <a:off x="10358437" y="457199"/>
            <a:ext cx="10677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mmary 3">
  <p:cSld name="Summary 3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2"/>
          <p:cNvSpPr/>
          <p:nvPr/>
        </p:nvSpPr>
        <p:spPr>
          <a:xfrm>
            <a:off x="1" y="-1"/>
            <a:ext cx="442275" cy="6857761"/>
          </a:xfrm>
          <a:custGeom>
            <a:rect b="b" l="l" r="r" t="t"/>
            <a:pathLst>
              <a:path extrusionOk="0" h="4795637" w="1734410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" name="Google Shape;156;p12"/>
          <p:cNvSpPr txBox="1"/>
          <p:nvPr>
            <p:ph type="title"/>
          </p:nvPr>
        </p:nvSpPr>
        <p:spPr>
          <a:xfrm>
            <a:off x="1550564" y="1057274"/>
            <a:ext cx="9875400" cy="99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b="1"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2"/>
          <p:cNvSpPr/>
          <p:nvPr/>
        </p:nvSpPr>
        <p:spPr>
          <a:xfrm rot="10800000">
            <a:off x="-3" y="4420134"/>
            <a:ext cx="1293237" cy="2437866"/>
          </a:xfrm>
          <a:custGeom>
            <a:rect b="b" l="l" r="r" t="t"/>
            <a:pathLst>
              <a:path extrusionOk="0" h="2437866" w="1293237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58" name="Google Shape;158;p12"/>
          <p:cNvSpPr txBox="1"/>
          <p:nvPr>
            <p:ph idx="1" type="body"/>
          </p:nvPr>
        </p:nvSpPr>
        <p:spPr>
          <a:xfrm>
            <a:off x="1550564" y="2303028"/>
            <a:ext cx="5829000" cy="39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1pPr>
            <a:lvl2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2pPr>
            <a:lvl3pPr indent="-3429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indent="-342900" lvl="3" marL="1828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4pPr>
            <a:lvl5pPr indent="-342900" lvl="4" marL="2286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9" name="Google Shape;159;p12"/>
          <p:cNvSpPr txBox="1"/>
          <p:nvPr>
            <p:ph idx="2" type="body"/>
          </p:nvPr>
        </p:nvSpPr>
        <p:spPr>
          <a:xfrm>
            <a:off x="7940842" y="2303028"/>
            <a:ext cx="3485100" cy="39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1pPr>
            <a:lvl2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2pPr>
            <a:lvl3pPr indent="-3429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indent="-342900" lvl="3" marL="1828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4pPr>
            <a:lvl5pPr indent="-342900" lvl="4" marL="2286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0" name="Google Shape;160;p12"/>
          <p:cNvSpPr txBox="1"/>
          <p:nvPr>
            <p:ph idx="12" type="sldNum"/>
          </p:nvPr>
        </p:nvSpPr>
        <p:spPr>
          <a:xfrm>
            <a:off x="10438475" y="457199"/>
            <a:ext cx="9876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1" name="Google Shape;161;p12"/>
          <p:cNvSpPr/>
          <p:nvPr/>
        </p:nvSpPr>
        <p:spPr>
          <a:xfrm rot="5400000">
            <a:off x="6072229" y="-5677496"/>
            <a:ext cx="442275" cy="11797267"/>
          </a:xfrm>
          <a:custGeom>
            <a:rect b="b" l="l" r="r" t="t"/>
            <a:pathLst>
              <a:path extrusionOk="0" h="4795637" w="1734410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" name="Google Shape;162;p12"/>
          <p:cNvSpPr/>
          <p:nvPr/>
        </p:nvSpPr>
        <p:spPr>
          <a:xfrm rot="-5400000">
            <a:off x="-6447" y="6444"/>
            <a:ext cx="1961253" cy="1948364"/>
          </a:xfrm>
          <a:custGeom>
            <a:rect b="b" l="l" r="r" t="t"/>
            <a:pathLst>
              <a:path extrusionOk="0" h="1948364" w="1961253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" name="Google Shape;163;p12"/>
          <p:cNvSpPr/>
          <p:nvPr/>
        </p:nvSpPr>
        <p:spPr>
          <a:xfrm>
            <a:off x="396626" y="4929577"/>
            <a:ext cx="775021" cy="775021"/>
          </a:xfrm>
          <a:custGeom>
            <a:rect b="b" l="l" r="r" t="t"/>
            <a:pathLst>
              <a:path extrusionOk="0" h="775021" w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2">
  <p:cSld name="Timeline 2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3"/>
          <p:cNvSpPr/>
          <p:nvPr/>
        </p:nvSpPr>
        <p:spPr>
          <a:xfrm>
            <a:off x="-24064" y="0"/>
            <a:ext cx="12216000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6" name="Google Shape;166;p13"/>
          <p:cNvSpPr/>
          <p:nvPr/>
        </p:nvSpPr>
        <p:spPr>
          <a:xfrm>
            <a:off x="443346" y="420493"/>
            <a:ext cx="11305200" cy="6026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67" name="Google Shape;167;p13"/>
          <p:cNvSpPr txBox="1"/>
          <p:nvPr>
            <p:ph type="title"/>
          </p:nvPr>
        </p:nvSpPr>
        <p:spPr>
          <a:xfrm>
            <a:off x="914400" y="1057274"/>
            <a:ext cx="10511700" cy="101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>
                <a:solidFill>
                  <a:schemeClr val="accent6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8" name="Google Shape;168;p13"/>
          <p:cNvSpPr txBox="1"/>
          <p:nvPr>
            <p:ph idx="1" type="body"/>
          </p:nvPr>
        </p:nvSpPr>
        <p:spPr>
          <a:xfrm>
            <a:off x="914400" y="2316067"/>
            <a:ext cx="10511700" cy="39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1pPr>
            <a:lvl2pPr indent="-342900" lvl="1" marL="9144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2pPr>
            <a:lvl3pPr indent="-342900" lvl="2" marL="1371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3pPr>
            <a:lvl4pPr indent="-342900" lvl="3" marL="1828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4pPr>
            <a:lvl5pPr indent="-342900" lvl="4" marL="2286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Char char="•"/>
              <a:defRPr sz="1800"/>
            </a:lvl5pPr>
            <a:lvl6pPr indent="-3429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9" name="Google Shape;169;p13"/>
          <p:cNvSpPr txBox="1"/>
          <p:nvPr>
            <p:ph idx="12" type="sldNum"/>
          </p:nvPr>
        </p:nvSpPr>
        <p:spPr>
          <a:xfrm>
            <a:off x="10358437" y="457199"/>
            <a:ext cx="10677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indent="0" lvl="1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2pPr>
            <a:lvl3pPr indent="0" lvl="2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3pPr>
            <a:lvl4pPr indent="0" lvl="3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4pPr>
            <a:lvl5pPr indent="0" lvl="4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5pPr>
            <a:lvl6pPr indent="0" lvl="5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6pPr>
            <a:lvl7pPr indent="0" lvl="6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7pPr>
            <a:lvl8pPr indent="0" lvl="7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8pPr>
            <a:lvl9pPr indent="0" lvl="8" marL="0" rtl="0" algn="r">
              <a:spcBef>
                <a:spcPts val="0"/>
              </a:spcBef>
              <a:buNone/>
              <a:defRPr sz="1600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">
  <p:cSld name="Closing">
    <p:bg>
      <p:bgPr>
        <a:solidFill>
          <a:schemeClr val="accent6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"/>
          <p:cNvSpPr/>
          <p:nvPr/>
        </p:nvSpPr>
        <p:spPr>
          <a:xfrm>
            <a:off x="0" y="0"/>
            <a:ext cx="8948738" cy="6858000"/>
          </a:xfrm>
          <a:custGeom>
            <a:rect b="b" l="l" r="r" t="t"/>
            <a:pathLst>
              <a:path extrusionOk="0" h="6858000" w="8948738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72" name="Google Shape;172;p14"/>
          <p:cNvSpPr/>
          <p:nvPr/>
        </p:nvSpPr>
        <p:spPr>
          <a:xfrm>
            <a:off x="7527501" y="0"/>
            <a:ext cx="4676641" cy="6865876"/>
          </a:xfrm>
          <a:custGeom>
            <a:rect b="b" l="l" r="r" t="t"/>
            <a:pathLst>
              <a:path extrusionOk="0" h="6831717" w="4653374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73" name="Google Shape;173;p14"/>
          <p:cNvSpPr/>
          <p:nvPr/>
        </p:nvSpPr>
        <p:spPr>
          <a:xfrm>
            <a:off x="8766586" y="0"/>
            <a:ext cx="3432300" cy="34323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14"/>
          <p:cNvSpPr txBox="1"/>
          <p:nvPr>
            <p:ph type="ctrTitle"/>
          </p:nvPr>
        </p:nvSpPr>
        <p:spPr>
          <a:xfrm>
            <a:off x="914401" y="849782"/>
            <a:ext cx="5715000" cy="2727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Arial Black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14"/>
          <p:cNvSpPr txBox="1"/>
          <p:nvPr>
            <p:ph idx="1" type="subTitle"/>
          </p:nvPr>
        </p:nvSpPr>
        <p:spPr>
          <a:xfrm>
            <a:off x="914401" y="3813606"/>
            <a:ext cx="5715000" cy="22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>
            <a:lvl1pPr lvl="0" rtl="0" algn="l">
              <a:lnSpc>
                <a:spcPct val="100000"/>
              </a:lnSpc>
              <a:spcBef>
                <a:spcPts val="576"/>
              </a:spcBef>
              <a:spcAft>
                <a:spcPts val="0"/>
              </a:spcAft>
              <a:buClr>
                <a:schemeClr val="accent6"/>
              </a:buClr>
              <a:buSzPts val="2400"/>
              <a:buNone/>
              <a:defRPr sz="2400"/>
            </a:lvl1pPr>
            <a:lvl2pPr lvl="1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None/>
              <a:defRPr sz="2000"/>
            </a:lvl2pPr>
            <a:lvl3pPr lvl="2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5pPr>
            <a:lvl6pPr lvl="5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5"/>
          <p:cNvSpPr/>
          <p:nvPr/>
        </p:nvSpPr>
        <p:spPr>
          <a:xfrm>
            <a:off x="1" y="0"/>
            <a:ext cx="2242827" cy="2102966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78" name="Google Shape;178;p15"/>
          <p:cNvSpPr/>
          <p:nvPr/>
        </p:nvSpPr>
        <p:spPr>
          <a:xfrm rot="10800000">
            <a:off x="9949173" y="4755034"/>
            <a:ext cx="2242827" cy="2102966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79" name="Google Shape;179;p15"/>
          <p:cNvSpPr txBox="1"/>
          <p:nvPr>
            <p:ph type="title"/>
          </p:nvPr>
        </p:nvSpPr>
        <p:spPr>
          <a:xfrm>
            <a:off x="758952" y="731520"/>
            <a:ext cx="106710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0" algn="ctr">
              <a:lnSpc>
                <a:spcPct val="270833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15"/>
          <p:cNvSpPr txBox="1"/>
          <p:nvPr>
            <p:ph idx="12" type="sldNum"/>
          </p:nvPr>
        </p:nvSpPr>
        <p:spPr>
          <a:xfrm>
            <a:off x="10438475" y="457199"/>
            <a:ext cx="9876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6"/>
          <p:cNvSpPr/>
          <p:nvPr/>
        </p:nvSpPr>
        <p:spPr>
          <a:xfrm>
            <a:off x="1" y="0"/>
            <a:ext cx="2242827" cy="2102966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3" name="Google Shape;183;p16"/>
          <p:cNvSpPr/>
          <p:nvPr/>
        </p:nvSpPr>
        <p:spPr>
          <a:xfrm rot="10800000">
            <a:off x="9949173" y="4755034"/>
            <a:ext cx="2242827" cy="2102966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4" name="Google Shape;184;p16"/>
          <p:cNvSpPr txBox="1"/>
          <p:nvPr>
            <p:ph idx="12" type="sldNum"/>
          </p:nvPr>
        </p:nvSpPr>
        <p:spPr>
          <a:xfrm>
            <a:off x="10438475" y="457199"/>
            <a:ext cx="9876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/>
          <p:nvPr/>
        </p:nvSpPr>
        <p:spPr>
          <a:xfrm rot="10800000">
            <a:off x="9949173" y="4755034"/>
            <a:ext cx="2242827" cy="2102966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87" name="Google Shape;187;p17"/>
          <p:cNvSpPr txBox="1"/>
          <p:nvPr>
            <p:ph type="title"/>
          </p:nvPr>
        </p:nvSpPr>
        <p:spPr>
          <a:xfrm>
            <a:off x="758952" y="758952"/>
            <a:ext cx="3932100" cy="1524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 Black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8" name="Google Shape;188;p17"/>
          <p:cNvSpPr txBox="1"/>
          <p:nvPr>
            <p:ph idx="12" type="sldNum"/>
          </p:nvPr>
        </p:nvSpPr>
        <p:spPr>
          <a:xfrm>
            <a:off x="10438475" y="457199"/>
            <a:ext cx="9876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17"/>
          <p:cNvSpPr txBox="1"/>
          <p:nvPr>
            <p:ph idx="1" type="body"/>
          </p:nvPr>
        </p:nvSpPr>
        <p:spPr>
          <a:xfrm>
            <a:off x="758952" y="2286000"/>
            <a:ext cx="3932100" cy="3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2pPr>
            <a:lvl3pPr indent="-228600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3pPr>
            <a:lvl4pPr indent="-2286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4pPr>
            <a:lvl5pPr indent="-2286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90" name="Google Shape;190;p17"/>
          <p:cNvSpPr txBox="1"/>
          <p:nvPr>
            <p:ph idx="2" type="body"/>
          </p:nvPr>
        </p:nvSpPr>
        <p:spPr>
          <a:xfrm>
            <a:off x="5183187" y="741459"/>
            <a:ext cx="6242700" cy="51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3200"/>
              <a:buChar char="•"/>
              <a:defRPr sz="3200"/>
            </a:lvl1pPr>
            <a:lvl2pPr indent="-4064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800"/>
              <a:buChar char="•"/>
              <a:defRPr sz="2800"/>
            </a:lvl2pPr>
            <a:lvl3pPr indent="-381000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Char char="•"/>
              <a:defRPr sz="2400"/>
            </a:lvl3pPr>
            <a:lvl4pPr indent="-3556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•"/>
              <a:defRPr sz="2000"/>
            </a:lvl4pPr>
            <a:lvl5pPr indent="-3556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Char char="•"/>
              <a:defRPr sz="2000"/>
            </a:lvl5pPr>
            <a:lvl6pPr indent="-355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8"/>
          <p:cNvSpPr/>
          <p:nvPr/>
        </p:nvSpPr>
        <p:spPr>
          <a:xfrm rot="10800000">
            <a:off x="9949173" y="4755034"/>
            <a:ext cx="2242827" cy="2102966"/>
          </a:xfrm>
          <a:custGeom>
            <a:rect b="b" l="l" r="r" t="t"/>
            <a:pathLst>
              <a:path extrusionOk="0" h="2102966" w="2242827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rgbClr val="EDF2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93" name="Google Shape;193;p18"/>
          <p:cNvSpPr txBox="1"/>
          <p:nvPr>
            <p:ph type="title"/>
          </p:nvPr>
        </p:nvSpPr>
        <p:spPr>
          <a:xfrm>
            <a:off x="760938" y="755372"/>
            <a:ext cx="3931800" cy="1527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200"/>
              <a:buFont typeface="Arial Black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18"/>
          <p:cNvSpPr txBox="1"/>
          <p:nvPr>
            <p:ph idx="12" type="sldNum"/>
          </p:nvPr>
        </p:nvSpPr>
        <p:spPr>
          <a:xfrm>
            <a:off x="10438475" y="457199"/>
            <a:ext cx="9876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rtl="0" algn="r">
              <a:spcBef>
                <a:spcPts val="0"/>
              </a:spcBef>
              <a:buNone/>
              <a:defRPr sz="1200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5" name="Google Shape;195;p18"/>
          <p:cNvSpPr txBox="1"/>
          <p:nvPr>
            <p:ph idx="1" type="body"/>
          </p:nvPr>
        </p:nvSpPr>
        <p:spPr>
          <a:xfrm>
            <a:off x="760938" y="2286001"/>
            <a:ext cx="3931800" cy="38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600"/>
              <a:buNone/>
              <a:defRPr sz="1600"/>
            </a:lvl1pPr>
            <a:lvl2pPr indent="-228600" lvl="1" marL="9144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400"/>
              <a:buNone/>
              <a:defRPr sz="1400"/>
            </a:lvl2pPr>
            <a:lvl3pPr indent="-228600" lvl="2" marL="13716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200"/>
              <a:buNone/>
              <a:defRPr sz="1200"/>
            </a:lvl3pPr>
            <a:lvl4pPr indent="-228600" lvl="3" marL="18288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4pPr>
            <a:lvl5pPr indent="-228600" lvl="4" marL="228600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000"/>
              <a:buNone/>
              <a:defRPr sz="1000"/>
            </a:lvl5pPr>
            <a:lvl6pPr indent="-228600" lvl="5" marL="2743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96" name="Google Shape;196;p18"/>
          <p:cNvSpPr/>
          <p:nvPr>
            <p:ph idx="2" type="pic"/>
          </p:nvPr>
        </p:nvSpPr>
        <p:spPr>
          <a:xfrm>
            <a:off x="5262700" y="987425"/>
            <a:ext cx="6172200" cy="48735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>
            <p:ph idx="12" type="sldNum"/>
          </p:nvPr>
        </p:nvSpPr>
        <p:spPr>
          <a:xfrm>
            <a:off x="10438475" y="457199"/>
            <a:ext cx="987600" cy="2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1" name="Google Shape;61;p1"/>
          <p:cNvSpPr txBox="1"/>
          <p:nvPr>
            <p:ph type="title"/>
          </p:nvPr>
        </p:nvSpPr>
        <p:spPr>
          <a:xfrm>
            <a:off x="758952" y="731520"/>
            <a:ext cx="106710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128289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800"/>
              <a:buFont typeface="Arial Black"/>
              <a:buNone/>
              <a:defRPr b="1" i="0" sz="3800" u="none" cap="none" strike="noStrike">
                <a:solidFill>
                  <a:schemeClr val="accent6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2" name="Google Shape;62;p1"/>
          <p:cNvSpPr txBox="1"/>
          <p:nvPr>
            <p:ph idx="1" type="body"/>
          </p:nvPr>
        </p:nvSpPr>
        <p:spPr>
          <a:xfrm>
            <a:off x="758952" y="2103120"/>
            <a:ext cx="106710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-381000" lvl="1" marL="9144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-355600" lvl="2" marL="13716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-342900" lvl="3" marL="18288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-342900" lvl="4" marL="2286000" marR="0" rtl="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6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accent6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9"/>
          <p:cNvSpPr txBox="1"/>
          <p:nvPr>
            <p:ph type="ctrTitle"/>
          </p:nvPr>
        </p:nvSpPr>
        <p:spPr>
          <a:xfrm>
            <a:off x="134471" y="119944"/>
            <a:ext cx="11842500" cy="383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3600"/>
              <a:buFont typeface="Times New Roman"/>
              <a:buNone/>
            </a:pPr>
            <a:r>
              <a:rPr lang="en-US">
                <a:latin typeface="Times New Roman"/>
                <a:ea typeface="Times New Roman"/>
                <a:cs typeface="Times New Roman"/>
                <a:sym typeface="Times New Roman"/>
              </a:rPr>
              <a:t>DIGITAL IMAGE FUNDAMENTALS: IMAGE ACQUISITION, IMAGE FORMATION, SAMPLING, QUANTIZATION, AND THEIR ROLE IN COMPUTER VISION</a:t>
            </a:r>
            <a:endParaRPr/>
          </a:p>
        </p:txBody>
      </p:sp>
      <p:sp>
        <p:nvSpPr>
          <p:cNvPr id="202" name="Google Shape;202;p19"/>
          <p:cNvSpPr txBox="1"/>
          <p:nvPr/>
        </p:nvSpPr>
        <p:spPr>
          <a:xfrm>
            <a:off x="4742329" y="4069977"/>
            <a:ext cx="2707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Name:Shalini Douglas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 No:192321019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0"/>
          <p:cNvSpPr txBox="1"/>
          <p:nvPr>
            <p:ph type="title"/>
          </p:nvPr>
        </p:nvSpPr>
        <p:spPr>
          <a:xfrm>
            <a:off x="1649506" y="865094"/>
            <a:ext cx="9090300" cy="493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Times New Roman"/>
              <a:buNone/>
            </a:pPr>
            <a:r>
              <a:rPr b="0" lang="en-US" sz="250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a digital image?</a:t>
            </a:r>
            <a:br>
              <a:rPr b="0" lang="en-US" sz="250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lang="en-US" sz="250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digital image is a 2D representation of a real-world scene made up of pixels. </a:t>
            </a:r>
            <a:br>
              <a:rPr b="0" lang="en-US" sz="250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lang="en-US" sz="250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Each pixel stores brightness (intensity) or color information. </a:t>
            </a:r>
            <a:br>
              <a:rPr b="0" lang="en-US" sz="250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lang="en-US" sz="250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Represented as f(x, y), where: </a:t>
            </a:r>
            <a:br>
              <a:rPr b="0" lang="en-US" sz="250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lang="en-US" sz="250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x, y = pixel coordinates </a:t>
            </a:r>
            <a:br>
              <a:rPr b="0" lang="en-US" sz="250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lang="en-US" sz="250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f(x, y) = intensity value</a:t>
            </a:r>
            <a:br>
              <a:rPr b="0" lang="en-US" sz="2500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0" sz="2500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" name="Google Shape;208;p20"/>
          <p:cNvSpPr txBox="1"/>
          <p:nvPr/>
        </p:nvSpPr>
        <p:spPr>
          <a:xfrm>
            <a:off x="3012141" y="229563"/>
            <a:ext cx="5880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500">
                <a:solidFill>
                  <a:schemeClr val="accent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IMAGE FUNDAMENTALS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 txBox="1"/>
          <p:nvPr>
            <p:ph type="title"/>
          </p:nvPr>
        </p:nvSpPr>
        <p:spPr>
          <a:xfrm>
            <a:off x="914399" y="645459"/>
            <a:ext cx="10192800" cy="842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Font typeface="Times New Roman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IMAGE ACQUISITION, IMAGE FORMATION, SAMPLING &amp; QUANTIZATION</a:t>
            </a:r>
            <a:endParaRPr/>
          </a:p>
        </p:txBody>
      </p:sp>
      <p:sp>
        <p:nvSpPr>
          <p:cNvPr id="214" name="Google Shape;214;p21"/>
          <p:cNvSpPr txBox="1"/>
          <p:nvPr>
            <p:ph idx="1" type="body"/>
          </p:nvPr>
        </p:nvSpPr>
        <p:spPr>
          <a:xfrm>
            <a:off x="914399" y="1526721"/>
            <a:ext cx="9681900" cy="50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Acquisition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Captures real-world images using imaging devices. 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Devices: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Digital Cameras, Scanners, MRI/CT/X-ray Systems, Satellite Sensors. 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Formation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Camera lens focuses light onto a </a:t>
            </a: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CCD/CMOS sensor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 converts light into electrical signals. 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Sampling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Converts a continuous image into discrete pixels. 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Determines image resolution (e.g., </a:t>
            </a: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640×480, 1920×1080, 4K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). 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sampling provides better image detail. 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Quantization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Converts intensity values into digital levels. 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8-bit: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256 grayscale levels. 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16-bit:</a:t>
            </a: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65,536 grayscale levels. </a:t>
            </a:r>
            <a:endParaRPr/>
          </a:p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1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Higher bit depth improves image quality but increases storage.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2"/>
          <p:cNvSpPr txBox="1"/>
          <p:nvPr>
            <p:ph type="title"/>
          </p:nvPr>
        </p:nvSpPr>
        <p:spPr>
          <a:xfrm>
            <a:off x="3783295" y="0"/>
            <a:ext cx="79656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Font typeface="Times New Roman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COMPUTER VISION INTERCONNECTION</a:t>
            </a:r>
            <a:endParaRPr/>
          </a:p>
        </p:txBody>
      </p:sp>
      <p:sp>
        <p:nvSpPr>
          <p:cNvPr id="220" name="Google Shape;220;p22"/>
          <p:cNvSpPr txBox="1"/>
          <p:nvPr>
            <p:ph idx="1" type="body"/>
          </p:nvPr>
        </p:nvSpPr>
        <p:spPr>
          <a:xfrm>
            <a:off x="3460565" y="1809970"/>
            <a:ext cx="7965600" cy="349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How They Work Together</a:t>
            </a:r>
            <a:endParaRPr/>
          </a:p>
          <a:p>
            <a:pPr indent="-347472" lvl="0" marL="347472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Acquisition: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Captures the scene. </a:t>
            </a:r>
            <a:endParaRPr/>
          </a:p>
          <a:p>
            <a:pPr indent="-347472" lvl="0" marL="347472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Formation: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Creates a digital image. </a:t>
            </a:r>
            <a:endParaRPr/>
          </a:p>
          <a:p>
            <a:pPr indent="-347472" lvl="0" marL="347472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Sampling: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Sets image resolution. </a:t>
            </a:r>
            <a:endParaRPr/>
          </a:p>
          <a:p>
            <a:pPr indent="-347472" lvl="0" marL="347472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Quantization: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Defines intensity levels. </a:t>
            </a:r>
            <a:endParaRPr/>
          </a:p>
          <a:p>
            <a:pPr indent="-347472" lvl="0" marL="347472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Processing: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Enhances image quality. </a:t>
            </a:r>
            <a:endParaRPr/>
          </a:p>
          <a:p>
            <a:pPr indent="-347472" lvl="0" marL="347472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Extraction: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Identifies important features. </a:t>
            </a:r>
            <a:endParaRPr/>
          </a:p>
          <a:p>
            <a:pPr indent="-347472" lvl="0" marL="347472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b="1"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Vision:</a:t>
            </a:r>
            <a:r>
              <a:rPr lang="en-US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Analyzes the image and makes decisions.</a:t>
            </a:r>
            <a:endParaRPr/>
          </a:p>
          <a:p>
            <a:pPr indent="-233172" lvl="0" marL="347472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accent6"/>
              </a:buClr>
              <a:buSzPts val="1800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 txBox="1"/>
          <p:nvPr>
            <p:ph type="title"/>
          </p:nvPr>
        </p:nvSpPr>
        <p:spPr>
          <a:xfrm>
            <a:off x="5727945" y="457199"/>
            <a:ext cx="27264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Font typeface="Times New Roman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APPLICATIONS</a:t>
            </a:r>
            <a:endParaRPr/>
          </a:p>
        </p:txBody>
      </p:sp>
      <p:sp>
        <p:nvSpPr>
          <p:cNvPr id="226" name="Google Shape;226;p23"/>
          <p:cNvSpPr txBox="1"/>
          <p:nvPr>
            <p:ph idx="1" type="body"/>
          </p:nvPr>
        </p:nvSpPr>
        <p:spPr>
          <a:xfrm>
            <a:off x="4364808" y="1238269"/>
            <a:ext cx="7043700" cy="47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Medical Imaging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Tumor detection using MRI and CT scans.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Autonomous Vehicles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Lane detection and obstacle avoidance. 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Face Recognition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Smartphone unlocking and biometric authentication. 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Industrial Inspection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Defect detection in manufacturing.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 Agriculture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Crop health monitoring using drones.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Robotics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Object detection and autonomous navigation. </a:t>
            </a:r>
            <a:endParaRPr/>
          </a:p>
          <a:p>
            <a:pPr indent="-342900" lvl="0" marL="3429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Satellite Image Analysis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– Weather forecasting and disaster monitoring.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"/>
          <p:cNvSpPr txBox="1"/>
          <p:nvPr>
            <p:ph type="title"/>
          </p:nvPr>
        </p:nvSpPr>
        <p:spPr>
          <a:xfrm>
            <a:off x="4043081" y="188260"/>
            <a:ext cx="2626800" cy="371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2500"/>
              <a:buFont typeface="Times New Roman"/>
              <a:buNone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/>
          </a:p>
        </p:txBody>
      </p:sp>
      <p:sp>
        <p:nvSpPr>
          <p:cNvPr id="232" name="Google Shape;232;p24"/>
          <p:cNvSpPr txBox="1"/>
          <p:nvPr>
            <p:ph idx="12" type="sldNum"/>
          </p:nvPr>
        </p:nvSpPr>
        <p:spPr>
          <a:xfrm>
            <a:off x="10438475" y="457199"/>
            <a:ext cx="9876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0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" name="Google Shape;233;p24"/>
          <p:cNvSpPr txBox="1"/>
          <p:nvPr>
            <p:ph idx="1" type="body"/>
          </p:nvPr>
        </p:nvSpPr>
        <p:spPr>
          <a:xfrm>
            <a:off x="1174377" y="1568831"/>
            <a:ext cx="7386900" cy="3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None/>
            </a:pP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Accurate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 acquisition, formation, sampling, and quantization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are essential for building reliable </a:t>
            </a:r>
            <a:r>
              <a:rPr b="1"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Vision systems</a:t>
            </a:r>
            <a:r>
              <a:rPr lang="en-US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that solve real-world engineering problems efficiently.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